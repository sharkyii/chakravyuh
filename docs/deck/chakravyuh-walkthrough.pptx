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edge_count</c:v>
                </c:pt>
                <c:pt idx="1">
                  <c:v>beneficiary_added_ago_s</c:v>
                </c:pt>
                <c:pt idx="2">
                  <c:v>edge_value_total</c:v>
                </c:pt>
                <c:pt idx="3">
                  <c:v>is_two_hop_passthrough</c:v>
                </c:pt>
                <c:pt idx="4">
                  <c:v>other (long tail)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0.15</c:v>
                </c:pt>
                <c:pt idx="2">
                  <c:v>0.06</c:v>
                </c:pt>
                <c:pt idx="3">
                  <c:v>0.046</c:v>
                </c:pt>
                <c:pt idx="4">
                  <c:v>0.404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docs/master-project-brief.md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docs/master-project-brief.md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docs/master-project-brief.md section 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docs/attack-catalogue.md, 'Generator merge map -- 58 entries → 13 generators'. Two attacks producing the same data signature are one generator, not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docs/attack-catalogue.md 'Inversion pass'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docs/data-schema-v1.md.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issues.md I8/I15/I16, generated by src/validation/report.py against data/reference/.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docs/master-project-brief.md section 6, docs/model-choice.md.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issues.md I6/I7/I17, docs/model-choice.md.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docs/model-choice.md, stage5/models/model_metadata.json.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docs/model-choice.md. Graph-based mule discriminators dominate -- exactly what docs/master-project-brief.md section 6 names as the strongest signal, not an artifact. Contrast with the pre-fix run where a single feature held 92.5%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docs/closed-loop.md.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docs/research/d3-regulatory-limits.md. UPI P2M higher-limit circular number is a secondary-sourced estimate, not primary-confirmed -- flagged, not hidden. Do not quote it as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docs/attack-catalogue.md fix log and confidence tiers, docs/research/evidence-pass.md.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web/app.py, web/README.md.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issues.md.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rgbClr val="0B1F3A"/>
                </a:solidFill>
              </a:defRPr>
            </a:pPr>
            <a:r>
              <a:t>Chakravyuh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Defense Lab for Payment Security</a:t>
            </a:r>
          </a:p>
          <a:p>
            <a:r>
              <a:t>Mastercard Innovation Challenge 2026 -- Global Fintech Fest, Mumbai</a:t>
            </a:r>
          </a:p>
          <a:p>
            <a:r>
              <a:t>[Team name / members]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One closed-loop system that plays both attacker and defender against GenAI-enabled payment fraud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Identify -- map emerging GenAI-powered fraud vectors -- scored on diversity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Generate -- simulate those attacks at scale as synthetic data -- scored on fidelity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Defend -- detect them with an ML model -- scored on precision, recall, F1/AUC, low FPR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Plus: novelty of the overall solution, real-world feasibility in live payments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The loop is the point -- most submissions do “fake fraud → train model → 0.98 AUC,” which is circular and judges know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Method: not brainstormed, derived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1. Decompose each rail into numbered lifecycle steps: initiate → authenticate → authorise → settle → dispute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2. Build the trust map -- who trusts whom, on what assumption, verified by what mechanism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3. Break each trust anchor -- can the human be manipulated? Can the check be fooled, flooded, probed?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4. Apply the actor lens -- outsider, insider, the customer themselves, an AI agent, a coordinated network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5. Invert -- derive attacks that keep every conventional signal looking normal. This is where novelty lives.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Verification-strength ladder: V0 (nothing verifies it) and V1 (checked once, never re-run) are the attack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Three findings that shape the whole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The UPI PIN proves the wrong proposition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Cryptographically sound -- proves the right person pressed the keys. Says nothing about whether they understood or freely chose to. A V3 mechanism sitting on a V0 inference.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UPI credits are irreversible -- detection must be pre-authorisation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No chargeback. A post-hoc detector is a reporting tool, not a control.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Authorised-but-deceived falls outside zero liability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RBI's framework covers unauthorised transactions. A push payment made under deception is, on the record, authorised.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Diversity: 58 catalogue entries → 13 generators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5669280"/>
              </a:tblGrid>
              <a:tr h="34616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Generator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signature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scam_induced_push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Genuine device/PIN, new beneficiary, coercion session fields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mule_network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Fan-in, pass-through, throughput ratio → 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card_testing_probe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Micro-amounts, high decline rate, card rotation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adversarial_evasion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Probe then optimise; features tuned inside legit distribution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first_party_dispute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Transaction genuine; signal is claimant dispute history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stealth_mandate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Uniform small recurring amounts, max_amount ≫ actual_amount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synthetic_merchant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 merchant, step volume curve, registry-unverified KYB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transaction_laundering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mcc_declared ≠ mcc_inferred_from_basket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credential_takeover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 succeeds, device/session anomalous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G10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synthetic_identity_bustout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Credit-building then simultaneous utilisation spike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subthreshold_fragmentation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Uniform amounts just under a limit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G12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agentic_injection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is_agent_initiated, beneficiary ≠ seller of record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insider_abuse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external anomaly; approval-velocity signals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Novelty: attacks that stay inside the legitimate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Conventional detection watches: velocity, new beneficiary, amount thresholds, geo, device change, time-of-day, IP reputation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These attacks keep all of them normal: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STEALTH mandate -- amounts below every threshold, beneficiary is a merchant not a new payee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FIRSTPARTY dispute -- the transaction is genuine; nothing to detect at transaction time at all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DIGITALARREST -- own device, own PIN, correct entry; only session-level coercion fields and mule graph carry signal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 a scam-induced payment everything is genuine -- the only anomaly is intent, which appears in no standard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The schema: only fields a live system would actually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8 tables: transactions, parties, devices, merchants, mandates, disputes, graph_edges, labels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Design rule: if an issuer/PSP wouldn't hold it at the moment of scoring, it doesn't belong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Highest-value fields -- the only place the coercion signal becomes measurable: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time_on_confirm_screen_s, screen_share_active, call_active_during_txn, accessibility_service_active, beneficiary_added_ago_s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Strongest mule discriminators: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has_salary_credit, organic_spend_ratio, throughput_ratio_24h, plus fan-in/fan-out from graph_edges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Fidelity: validated against published reference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Generated background traffic compared against IEEE-CIS, PaySim, BankSim, ULB reference marginals -- not fabricated benchmarks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Realistic: hour-of-day shape, right-skewed amount distribution (CV 2.18), heavy-tailed graph degree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Two gaps found and logged honestly, not hidden: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Day-of-week distribution is currently flat -- no weekend/salary-day effect yet (issues.md I15)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Amount medians don't yet vary by MCC -- grocery, fuel and hotels cluster near the same value (issues.md I16)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This is what “fidelity of the background, not the attacks” means in practice -- see docs/master-project-brief.md section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Detection: 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Headline metric: precision/recall at fixed FPR (0.1%, 1%) -- not ROC-AUC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UPI credits are final; a detector is a pre-auth control, the operating point matters more than ranking quality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Temporal split only -- train/validate/test by transaction timestamp, never random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A random split leaks campaign structure across the boundary and inflates every number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One attack family (synthetic_identity_bustout) held out entirely from training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Tests generalisation to a genuinely unseen attack, not memorisation of the 13 generators trained 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Every generator also emits its legit_lookalike population -- without it, the classifier separates two trivially different distributions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The honesty story: 3 leaks found and fixed, not papered 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First result: PR-AUC 0.999, 100% recall everywhere, including the held-out family -- suspicious, and we said so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Investigated instead of shipping it. Found and fixed three compounding issues (issues.md I6/I7/I17):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I6 -- legit_lookalike rows were shallow copies of the fraud row (same counterparty, same timestamp)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I7 -- attack campaigns hammered one fixed new counterparty; campaign shape alone was a near-perfect tell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I17 -- a hardcoded ip_asn default meant every attack row carried the same ASN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“An honest 0.82 beats a suspicious 0.99” -- docs/master-project-brief.md section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Detection results, after the fix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383280"/>
              </a:tblGrid>
              <a:tr h="538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0.9866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ROC-AUC (secondary)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Precision @ 0.1% 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0.8406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 @ 0.1% FPR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0.9775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Precision @ 1% 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0.4384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 @ 1% FPR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F1-optimal alerts / 1,000 txns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4.99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Held-out family recall @ 0.1%/1% FPR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1.0000 (see caveat, next slide)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Feature importance: spread, not one dominant proxy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8046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Closing the loop: detector → new attack →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Diagnosis: the fixed detector leans on graph relationships (edge_count, beneficiary age) above everything else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New attack variant: adversarial_evasion's adaptive mode targets exactly those two features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Routes every event through the payer's single busiest existing relationship instead of a small pool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Pushes beneficiary age further from “recently added” toward the population's typical maximum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The mechanism is live: stage5/training/build_adaptive_attack_config.py reads the currently-saved model's feature_importances_ and derives this config automatically for the next generation run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Two families are structurally exempt, and we say so: first_party_dispute and insider_abuse have no transaction-time signal by design -- see docs/closed-loop.md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Real-world feasibility: current, sourced regulatory limits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3657600"/>
              </a:tblGrid>
              <a:tr h="8077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UPI Lite per-transaction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RBI RDP statement 6 Dec 2024; NPCI OC 169-A/FY2024-25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UPI Lite wallet balance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₹5,000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Min-KYC PPI monthly load /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₹10,000 / ₹10,000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RBI Master Direction on PPIs, 2021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UPI AutoPay AFA threshold (general)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₹15,000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RBI E-Mandate Framework 2026 (21 Apr 2026)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UPI AutoPay AFA exemption (3 categories)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₹1,00,000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same -- mutual funds, insurance, credit-card bills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Confidence, labelled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Every catalogue entry is tagged observed / emerging / speculative -- not overclaimed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Evidence pass (docs/research/evidence-pass.md) verified citations for the 15 highest-confidence entries against real, dated sources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Some downgraded on review rather than left overstated -- see that file for specifics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D2 defect: corrected a wrong headline statistic (₹1,750cr claimed → ₹120.30cr actual, I4C Jan–Apr 2024 digital-arrest losses) before it reached this deck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“A judge respects a clearly-marked speculative attack far more than an overclaimed one” -- docs/master-project-brief.md section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Working prototype: the loop,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Streamlit app (web/app.py) -- uv run streamlit run web/app.py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Live scoring -- pick or hand-tune a transaction, score it through the real Stage 6 pipeline: fraud probability, predicted attack family, contributing signals, analyst narrative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Closed loop -- current feature importances, and what the next adaptive attack generation will target, read live from the saved model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Attack catalogue -- the 13 generators, browsable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[Insert screenshot once a model is trained in the presenting environment]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What's left, tracked openly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issues.md is the live source of truth -- defects found, fixed, and still open, not swept into slides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I11: retrain-and-measure step for the closed loop (heavy, deferred, mechanism is built and tested)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I15/I16: weekday and MCC-conditioned amount calibration in the legitimate generator</a:t>
            </a:r>
          </a:p>
          <a:p>
            <a:pPr lvl="1">
              <a:defRPr sz="1800">
                <a:solidFill>
                  <a:srgbClr val="222222"/>
                </a:solidFill>
              </a:defRPr>
            </a:pPr>
            <a:r>
              <a:t>I9: attack-family classifier artifacts need regenerating against the current temporal split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This is a deliberate choice: an honest punch list is more credible than a submission that claims to be finished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Repository: github.com/Sharkyii/Chakravyuh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docs/master-project-brief.md, docs/attack-catalogue.md, docs/model-choice.md, docs/closed-loop.md, issues.md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[Team contact]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